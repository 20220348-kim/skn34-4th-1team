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62da94d764103" /><Relationship Type="http://schemas.openxmlformats.org/officeDocument/2006/relationships/extended-properties" Target="/docProps/app.xml" Id="Rb1f0681581d54dab" /><Relationship Type="http://schemas.openxmlformats.org/officeDocument/2006/relationships/officeDocument" Target="/ppt/presentation.xml" Id="R4c09af4ac9b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f7243946c3433a"/>
  </p:sldMasterIdLst>
  <p:notesMasterIdLst>
    <p:notesMasterId xmlns:r="http://schemas.openxmlformats.org/officeDocument/2006/relationships" r:id="R4e09185d9afe46e3"/>
  </p:notesMasterIdLst>
  <p:sldIdLst>
    <p:sldId xmlns:r="http://schemas.openxmlformats.org/officeDocument/2006/relationships" id="256" r:id="R01fc3d04a28049c1"/>
    <p:sldId xmlns:r="http://schemas.openxmlformats.org/officeDocument/2006/relationships" id="257" r:id="R5454f39aa512455d"/>
    <p:sldId xmlns:r="http://schemas.openxmlformats.org/officeDocument/2006/relationships" id="258" r:id="R01c33e85634e4a58"/>
    <p:sldId xmlns:r="http://schemas.openxmlformats.org/officeDocument/2006/relationships" id="259" r:id="Rb162cbd27a334c57"/>
    <p:sldId xmlns:r="http://schemas.openxmlformats.org/officeDocument/2006/relationships" id="260" r:id="Rf25e56d3c03b4e6a"/>
    <p:sldId xmlns:r="http://schemas.openxmlformats.org/officeDocument/2006/relationships" id="261" r:id="R33d232bebcb04139"/>
    <p:sldId xmlns:r="http://schemas.openxmlformats.org/officeDocument/2006/relationships" id="262" r:id="R741c1a2a04d94fcf"/>
    <p:sldId xmlns:r="http://schemas.openxmlformats.org/officeDocument/2006/relationships" id="263" r:id="R6932a67ffad945a3"/>
    <p:sldId xmlns:r="http://schemas.openxmlformats.org/officeDocument/2006/relationships" id="264" r:id="R9c56ac7a7c574dd1"/>
    <p:sldId xmlns:r="http://schemas.openxmlformats.org/officeDocument/2006/relationships" id="265" r:id="R16f45856d0d94ccb"/>
    <p:sldId xmlns:r="http://schemas.openxmlformats.org/officeDocument/2006/relationships" id="266" r:id="R248c1c66fb0f4fb4"/>
    <p:sldId xmlns:r="http://schemas.openxmlformats.org/officeDocument/2006/relationships" id="267" r:id="R130a126a7f134afa"/>
    <p:sldId xmlns:r="http://schemas.openxmlformats.org/officeDocument/2006/relationships" id="268" r:id="Ra66e58369f69482a"/>
    <p:sldId xmlns:r="http://schemas.openxmlformats.org/officeDocument/2006/relationships" id="269" r:id="R55d8f5ec2e394ac5"/>
    <p:sldId xmlns:r="http://schemas.openxmlformats.org/officeDocument/2006/relationships" id="270" r:id="Ra0a27aabc3c242c4"/>
    <p:sldId xmlns:r="http://schemas.openxmlformats.org/officeDocument/2006/relationships" id="271" r:id="R306e52559f994a3c"/>
    <p:sldId xmlns:r="http://schemas.openxmlformats.org/officeDocument/2006/relationships" id="272" r:id="R21b942ee447b463a"/>
    <p:sldId xmlns:r="http://schemas.openxmlformats.org/officeDocument/2006/relationships" id="273" r:id="R82d5bd98331b4f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34c8903444935" /><Relationship Type="http://schemas.openxmlformats.org/officeDocument/2006/relationships/slideMaster" Target="/ppt/slideMasters/slideMaster1.xml" Id="R93f7243946c3433a" /><Relationship Type="http://schemas.openxmlformats.org/officeDocument/2006/relationships/notesMaster" Target="/ppt/notesMasters/notesMaster1.xml" Id="R4e09185d9afe46e3" /><Relationship Type="http://schemas.openxmlformats.org/officeDocument/2006/relationships/presProps" Target="/ppt/presProps.xml" Id="R9658640ef3794523" /><Relationship Type="http://schemas.openxmlformats.org/officeDocument/2006/relationships/tableStyles" Target="/ppt/tableStyles.xml" Id="R533217de5f174f8f" /><Relationship Type="http://schemas.openxmlformats.org/officeDocument/2006/relationships/slide" Target="/ppt/slides/slide1.xml" Id="R01fc3d04a28049c1" /><Relationship Type="http://schemas.openxmlformats.org/officeDocument/2006/relationships/slide" Target="/ppt/slides/slide2.xml" Id="R5454f39aa512455d" /><Relationship Type="http://schemas.openxmlformats.org/officeDocument/2006/relationships/slide" Target="/ppt/slides/slide3.xml" Id="R01c33e85634e4a58" /><Relationship Type="http://schemas.openxmlformats.org/officeDocument/2006/relationships/slide" Target="/ppt/slides/slide4.xml" Id="Rb162cbd27a334c57" /><Relationship Type="http://schemas.openxmlformats.org/officeDocument/2006/relationships/slide" Target="/ppt/slides/slide5.xml" Id="Rf25e56d3c03b4e6a" /><Relationship Type="http://schemas.openxmlformats.org/officeDocument/2006/relationships/slide" Target="/ppt/slides/slide6.xml" Id="R33d232bebcb04139" /><Relationship Type="http://schemas.openxmlformats.org/officeDocument/2006/relationships/slide" Target="/ppt/slides/slide7.xml" Id="R741c1a2a04d94fcf" /><Relationship Type="http://schemas.openxmlformats.org/officeDocument/2006/relationships/slide" Target="/ppt/slides/slide8.xml" Id="R6932a67ffad945a3" /><Relationship Type="http://schemas.openxmlformats.org/officeDocument/2006/relationships/slide" Target="/ppt/slides/slide9.xml" Id="R9c56ac7a7c574dd1" /><Relationship Type="http://schemas.openxmlformats.org/officeDocument/2006/relationships/slide" Target="/ppt/slides/slide10.xml" Id="R16f45856d0d94ccb" /><Relationship Type="http://schemas.openxmlformats.org/officeDocument/2006/relationships/slide" Target="/ppt/slides/slide11.xml" Id="R248c1c66fb0f4fb4" /><Relationship Type="http://schemas.openxmlformats.org/officeDocument/2006/relationships/slide" Target="/ppt/slides/slide12.xml" Id="R130a126a7f134afa" /><Relationship Type="http://schemas.openxmlformats.org/officeDocument/2006/relationships/slide" Target="/ppt/slides/slide13.xml" Id="Ra66e58369f69482a" /><Relationship Type="http://schemas.openxmlformats.org/officeDocument/2006/relationships/slide" Target="/ppt/slides/slide14.xml" Id="R55d8f5ec2e394ac5" /><Relationship Type="http://schemas.openxmlformats.org/officeDocument/2006/relationships/slide" Target="/ppt/slides/slide15.xml" Id="Ra0a27aabc3c242c4" /><Relationship Type="http://schemas.openxmlformats.org/officeDocument/2006/relationships/slide" Target="/ppt/slides/slide16.xml" Id="R306e52559f994a3c" /><Relationship Type="http://schemas.openxmlformats.org/officeDocument/2006/relationships/slide" Target="/ppt/slides/slide17.xml" Id="R21b942ee447b463a" /><Relationship Type="http://schemas.openxmlformats.org/officeDocument/2006/relationships/slide" Target="/ppt/slides/slide18.xml" Id="R82d5bd98331b4f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52ba2e4c0e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f7d5d9ad1463a" /><Relationship Type="http://schemas.openxmlformats.org/officeDocument/2006/relationships/notesMaster" Target="/ppt/notesMasters/notesMaster1.xml" Id="R63be38e1fb1c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42a3b90e194d02" /><Relationship Type="http://schemas.openxmlformats.org/officeDocument/2006/relationships/notesMaster" Target="/ppt/notesMasters/notesMaster1.xml" Id="Rdff970b31a6040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e8e9534bc647c1" /><Relationship Type="http://schemas.openxmlformats.org/officeDocument/2006/relationships/notesMaster" Target="/ppt/notesMasters/notesMaster1.xml" Id="Rfdf31ed77a6345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74d916035643c1" /><Relationship Type="http://schemas.openxmlformats.org/officeDocument/2006/relationships/notesMaster" Target="/ppt/notesMasters/notesMaster1.xml" Id="Rad5557bbcb2a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c327bb7cba4614" /><Relationship Type="http://schemas.openxmlformats.org/officeDocument/2006/relationships/notesMaster" Target="/ppt/notesMasters/notesMaster1.xml" Id="R22fbd5fa2fea4e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47fe5f53a34062" /><Relationship Type="http://schemas.openxmlformats.org/officeDocument/2006/relationships/notesMaster" Target="/ppt/notesMasters/notesMaster1.xml" Id="R706e906ee46048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10216a0041407d" /><Relationship Type="http://schemas.openxmlformats.org/officeDocument/2006/relationships/notesMaster" Target="/ppt/notesMasters/notesMaster1.xml" Id="Raf78dbd3937b4a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7d7a29b69b4984" /><Relationship Type="http://schemas.openxmlformats.org/officeDocument/2006/relationships/notesMaster" Target="/ppt/notesMasters/notesMaster1.xml" Id="Rd123ce1fa4a94c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56ac4d674b40a1" /><Relationship Type="http://schemas.openxmlformats.org/officeDocument/2006/relationships/notesMaster" Target="/ppt/notesMasters/notesMaster1.xml" Id="Rbc99df36692c4e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c5d669856842dc" /><Relationship Type="http://schemas.openxmlformats.org/officeDocument/2006/relationships/notesMaster" Target="/ppt/notesMasters/notesMaster1.xml" Id="R97e56a5b26754c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68963b467345c2" /><Relationship Type="http://schemas.openxmlformats.org/officeDocument/2006/relationships/notesMaster" Target="/ppt/notesMasters/notesMaster1.xml" Id="R368572ea0f2144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7f193914b24b80" /><Relationship Type="http://schemas.openxmlformats.org/officeDocument/2006/relationships/notesMaster" Target="/ppt/notesMasters/notesMaster1.xml" Id="Rd62ad659eea648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648e2c36fa4b79" /><Relationship Type="http://schemas.openxmlformats.org/officeDocument/2006/relationships/notesMaster" Target="/ppt/notesMasters/notesMaster1.xml" Id="R7bb3955d23d34c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bec247d45446f6" /><Relationship Type="http://schemas.openxmlformats.org/officeDocument/2006/relationships/notesMaster" Target="/ppt/notesMasters/notesMaster1.xml" Id="Re1c063bcb2e141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0b526a3ab54bcd" /><Relationship Type="http://schemas.openxmlformats.org/officeDocument/2006/relationships/notesMaster" Target="/ppt/notesMasters/notesMaster1.xml" Id="R6f0cd664f2b446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fb1716f11444fe" /><Relationship Type="http://schemas.openxmlformats.org/officeDocument/2006/relationships/notesMaster" Target="/ppt/notesMasters/notesMaster1.xml" Id="R1eebb8a77be94c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12aa362f494d2b" /><Relationship Type="http://schemas.openxmlformats.org/officeDocument/2006/relationships/notesMaster" Target="/ppt/notesMasters/notesMaster1.xml" Id="Rb1c5e30d3d0e4b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ab898a93974e49" /><Relationship Type="http://schemas.openxmlformats.org/officeDocument/2006/relationships/notesMaster" Target="/ppt/notesMasters/notesMaster1.xml" Id="Re781818ca96a4e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https://github.com/SKNETWORKS-FAMILY-AICAMP/SKN34-3rd-1Team/blob/main/README.md#-프로젝트-소개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필요성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https://github.com/SKNETWORKS-FAMILY-AICAMP/SKN34-3rd-1Team/blob/main/README.md#-프로젝트-필요성과-목표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목표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https://github.com/SKNETWORKS-FAMILY-AICAMP/SKN34-3rd-1Team/blob/main/README.md#-프로젝트-필요성과-목표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GovBiz Vercel + AWS 배포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https://github.com/SKNETWORKS-FAMILY-AICAMP/SKN34-3rd-1Team/blob/main/docs/assets/architecture/govbiz-aws-architecture-deployed.png</a:t>
            </a:r>
          </a:p>
          <a:p xmlns:a="http://schemas.openxmlformats.org/drawingml/2006/main">
            <a:r>
              <a:t>https://github.com/SKNETWORKS-FAMILY-AICAMP/SKN34-3rd-1Team/blob/main/docs/assets/architecture/README-aws-deployed.md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화면·업무·AI의 책임을 나눈 3개 서비스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</a:t>
            </a:r>
          </a:p>
          <a:p xmlns:a="http://schemas.openxmlformats.org/drawingml/2006/main">
            <a:r>
              <a:t>https://github.com/SKNETWORKS-FAMILY-AICAMP/SKN34-3rd-1Team/blob/main/docs/technology.md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Frontend: 클린 아키텍처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https://github.com/SKNETWORKS-FAMILY-AICAMP/SKN34-3rd-1Team/blob/main/docs/architecture/README.md#클린-아키텍처의-의존-방향</a:t>
            </a:r>
          </a:p>
          <a:p xmlns:a="http://schemas.openxmlformats.org/drawingml/2006/main">
            <a:r>
              <a:t>https://github.com/SKNETWORKS-FAMILY-AICAMP/SKN34-3rd-1Team/blob/main/frontend/src/domain/usecases/GetSupportProgramDetailUseCase.ts</a:t>
            </a:r>
          </a:p>
          <a:p xmlns:a="http://schemas.openxmlformats.org/drawingml/2006/main">
            <a:r>
              <a:t>https://github.com/SKNETWORKS-FAMILY-AICAMP/SKN34-3rd-1Team/blob/main/frontend/src/data/repositories/SupportProgramRepositoryImpl.ts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Frontend: 화면과 요청 상태를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</a:t>
            </a:r>
          </a:p>
          <a:p xmlns:a="http://schemas.openxmlformats.org/drawingml/2006/main">
            <a:r>
              <a:t>https://github.com/SKNETWORKS-FAMILY-AICAMP/SKN34-3rd-1Team/blob/main/frontend/README.md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Backend: Core API의 레이어드 아키텍처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https://github.com/SKNETWORKS-FAMILY-AICAMP/SKN34-3rd-1Team/blob/main/docs/architecture/README.md#기능-중심-레이어드-아키텍처</a:t>
            </a:r>
          </a:p>
          <a:p xmlns:a="http://schemas.openxmlformats.org/drawingml/2006/main">
            <a:r>
              <a:t>https://github.com/SKNETWORKS-FAMILY-AICAMP/SKN34-3rd-1Team/blob/main/backend/core-api/src/main/kotlin/ai/govbiz/core/supportprogram/service/detail/SupportProgramDetailService.kt</a:t>
            </a:r>
          </a:p>
          <a:p xmlns:a="http://schemas.openxmlformats.org/drawingml/2006/main">
            <a:r>
              <a:t>https://github.com/SKNETWORKS-FAMILY-AICAMP/SKN34-3rd-1Team/blob/main/backend/core-api/src/main/kotlin/ai/govbiz/core/supportprogram/repository/SupportProgramRepository.kt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비동기 작업: RabbitMQ로 접수·실행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https://github.com/SKNETWORKS-FAMILY-AICAMP/SKN34-3rd-1Team/blob/main/docs/rabbitmq-daily-report-generation.md</a:t>
            </a:r>
          </a:p>
          <a:p xmlns:a="http://schemas.openxmlformats.org/drawingml/2006/main">
            <a:r>
              <a:t>https://github.com/SKNETWORKS-FAMILY-AICAMP/SKN34-3rd-1Team/blob/main/docs/rabbitmq-daily-report-delivery.md</a:t>
            </a:r>
          </a:p>
          <a:p xmlns:a="http://schemas.openxmlformats.org/drawingml/2006/main">
            <a:r>
              <a:t>https://github.com/SKNETWORKS-FAMILY-AICAMP/SKN34-3rd-1Team/blob/main/docs/rabbitmq-combination-review.md</a:t>
            </a:r>
          </a:p>
          <a:p xmlns:a="http://schemas.openxmlformats.org/drawingml/2006/main">
            <a:r>
              <a:t>https://github.com/SKNETWORKS-FAMILY-AICAMP/SKN34-3rd-1Team/blob/main/docs/rabbitmq-application-form-discovery.md</a:t>
            </a:r>
          </a:p>
          <a:p xmlns:a="http://schemas.openxmlformats.org/drawingml/2006/main">
            <a:r>
              <a:t>https://github.com/SKNETWORKS-FAMILY-AICAMP/SKN34-3rd-1Team/blob/main/docs/rabbitmq-account-oauth-unlink.md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Redis: 로그인해도 검색 결과를 이어서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https://github.com/SKNETWORKS-FAMILY-AICAMP/SKN34-3rd-1Team/blob/main/docs/redis-search-result-restoration.md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Qdrant 저장: 공고와 근거 청크를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https://github.com/SKNETWORKS-FAMILY-AICAMP/SKN34-3rd-1Team/blob/main/backend/core-api/src/main/kotlin/ai/govbiz/core/supportprogram/client/bizinfo/mapper/BizInfoSourceDocumentMapper.kt</a:t>
            </a:r>
          </a:p>
          <a:p xmlns:a="http://schemas.openxmlformats.org/drawingml/2006/main">
            <a:r>
              <a:t>https://github.com/SKNETWORKS-FAMILY-AICAMP/SKN34-3rd-1Team/blob/main/backend/core-api/src/main/kotlin/ai/govbiz/core/supportprogram/service/evidence/SupportProgramEvidenceChunker.kt</a:t>
            </a:r>
          </a:p>
          <a:p xmlns:a="http://schemas.openxmlformats.org/drawingml/2006/main">
            <a:r>
              <a:t>https://github.com/SKNETWORKS-FAMILY-AICAMP/SKN34-3rd-1Team/blob/main/backend/ai-service/app/support_program_evidence/service.py</a:t>
            </a:r>
          </a:p>
          <a:p xmlns:a="http://schemas.openxmlformats.org/drawingml/2006/main">
            <a:r>
              <a:t>https://github.com/SKNETWORKS-FAMILY-AICAMP/SKN34-3rd-1Team/blob/main/backend/ai-service/app/support_program_index/service.py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하이브리드 검색: 한국어 분석·동의어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https://github.com/SKNETWORKS-FAMILY-AICAMP/SKN34-3rd-1Team/blob/main/docs/elasticsearch-lexical-search.md</a:t>
            </a:r>
          </a:p>
          <a:p xmlns:a="http://schemas.openxmlformats.org/drawingml/2006/main">
            <a:r>
              <a:t>https://github.com/SKNETWORKS-FAMILY-AICAMP/SKN34-3rd-1Team/blob/main/backend/core-api/src/main/resources/elasticsearch/support-program-lexical-v2.json</a:t>
            </a:r>
          </a:p>
          <a:p xmlns:a="http://schemas.openxmlformats.org/drawingml/2006/main">
            <a:r>
              <a:t>https://github.com/SKNETWORKS-FAMILY-AICAMP/SKN34-3rd-1Team/blob/main/docs/search-relevance-v5-fix.md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한국어 검색: 표현 변화에 따른 누락 감소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https://github.com/ilil1/SKN34-3rd-1Team/blob/acd4b8a6c38ca87c09e29960218561136c1fe505/evaluation/support-program-search/runs/elasticsearch-korean-queries-20260912-v1/README.md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https://github.com/ilil1/SKN34-3rd-1Team/blob/acd4b8a6c38ca87c09e29960218561136c1fe505/evaluation/support-program-search/runs/lexical-v2-20260913-v1/README.md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RRF 결합 검색: 후보와 최종 순위 개선 관측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https://github.com/ilil1/SKN34-3rd-1Team/blob/acd4b8a6c38ca87c09e29960218561136c1fe505/evaluation/support-program-search/runs/support-program-catalog-20260906-v1/stage4-v1/README.md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응답 지연: 캐시와 Fast 효과를 각각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https://github.com/ilil1/SKN34-3rd-1Team/blob/acd4b8a6c38ca87c09e29960218561136c1fe505/docs/search-latency-20260908.md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https://github.com/ilil1/SKN34-3rd-1Team/blob/acd4b8a6c38ca87c09e29960218561136c1fe505/evaluation/support-program-search/runs/search-latency-20260908-v1/report.json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대화 검색 에이전트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https://github.com/SKNETWORKS-FAMILY-AICAMP/SKN34-3rd-1Team/blob/main/docs/architecture.md#후속-대화의-조건-변경-해석</a:t>
            </a:r>
          </a:p>
          <a:p xmlns:a="http://schemas.openxmlformats.org/drawingml/2006/main">
            <a:r>
              <a:t>https://github.com/SKNETWORKS-FAMILY-AICAMP/SKN34-3rd-1Team/blob/main/backend/ai-service/app/support_program_conversation/agent.py</a:t>
            </a:r>
          </a:p>
          <a:p xmlns:a="http://schemas.openxmlformats.org/drawingml/2006/main">
            <a:r>
              <a:t>https://github.com/SKNETWORKS-FAMILY-AICAMP/SKN34-3rd-1Team/blob/main/backend/ai-service/app/support_program_ranking/agent.py</a:t>
            </a:r>
          </a:p>
          <a:p xmlns:a="http://schemas.openxmlformats.org/drawingml/2006/main">
            <a:r>
              <a:t>https://github.com/SKNETWORKS-FAMILY-AICAMP/SKN34-3rd-1Team/blob/main/backend/core-api/src/main/resources/elasticsearch/support-program-lexical-v2.json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신청 문서 작성 에이전트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https://github.com/SKNETWORKS-FAMILY-AICAMP/SKN34-3rd-1Team/blob/main/backend/ai-service/app/application_preparation/agent.py</a:t>
            </a:r>
          </a:p>
          <a:p xmlns:a="http://schemas.openxmlformats.org/drawingml/2006/main">
            <a:r>
              <a:t>https://github.com/SKNETWORKS-FAMILY-AICAMP/SKN34-3rd-1Team/blob/main/backend/ai-service/app/application_preparation/document_pipeline.py</a:t>
            </a:r>
          </a:p>
          <a:p xmlns:a="http://schemas.openxmlformats.org/drawingml/2006/main">
            <a:r>
              <a:t>https://github.com/SKNETWORKS-FAMILY-AICAMP/SKN34-3rd-1Team/blob/main/docs/application-document-mcp-architecture.md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GovBiz 도우미의 의도별 실행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https://github.com/SKNETWORKS-FAMILY-AICAMP/SKN34-3rd-1Team/blob/main/backend/ai-service/README.md#도우미-도구-에이전트-langgraph</a:t>
            </a:r>
          </a:p>
          <a:p xmlns:a="http://schemas.openxmlformats.org/drawingml/2006/main">
            <a:r>
              <a:t>https://github.com/SKNETWORKS-FAMILY-AICAMP/SKN34-3rd-1Team/blob/main/backend/ai-service/app/assistant_agent/graph.py</a:t>
            </a:r>
          </a:p>
          <a:p xmlns:a="http://schemas.openxmlformats.org/drawingml/2006/main">
            <a:r>
              <a:t>https://github.com/SKNETWORKS-FAMILY-AICAMP/SKN34-3rd-1Team/blob/main/backend/core-api/src/main/kotlin/ai/govbiz/core/assistant/service/AssistantMessageService.kt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87b9894f1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79b64aec44bd1" /><Relationship Type="http://schemas.openxmlformats.org/officeDocument/2006/relationships/slideLayout" Target="/ppt/slideLayouts/slideLayout1.xml" Id="R1f19d7cb3da04c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19d7cb3da04c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21b2112684f21" /><Relationship Type="http://schemas.openxmlformats.org/officeDocument/2006/relationships/image" Target="/ppt/media/image.png" Id="R872b5f0b88e942e0" /><Relationship Type="http://schemas.openxmlformats.org/officeDocument/2006/relationships/notesSlide" Target="/ppt/notesSlides/notesSlide1.xml" Id="R47ff0214b827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c88a20304f61" /><Relationship Type="http://schemas.openxmlformats.org/officeDocument/2006/relationships/image" Target="/ppt/media/image2.png" Id="R8f71263196e644c4" /><Relationship Type="http://schemas.openxmlformats.org/officeDocument/2006/relationships/notesSlide" Target="/ppt/notesSlides/notesSlide2.xml" Id="R67f68b9f4cf048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27120969a4717" /><Relationship Type="http://schemas.openxmlformats.org/officeDocument/2006/relationships/image" Target="/ppt/media/image3.png" Id="R7cdf063569a942d7" /><Relationship Type="http://schemas.openxmlformats.org/officeDocument/2006/relationships/notesSlide" Target="/ppt/notesSlides/notesSlide3.xml" Id="R38ac367d60ab40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8d09c35ff41fa" /><Relationship Type="http://schemas.openxmlformats.org/officeDocument/2006/relationships/image" Target="/ppt/media/image4.png" Id="Re3e3285fdfe64ac8" /><Relationship Type="http://schemas.openxmlformats.org/officeDocument/2006/relationships/notesSlide" Target="/ppt/notesSlides/notesSlide4.xml" Id="Rc190e182efac42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38ba2695346e1" /><Relationship Type="http://schemas.openxmlformats.org/officeDocument/2006/relationships/image" Target="/ppt/media/image5.png" Id="R9a7a9523f9814207" /><Relationship Type="http://schemas.openxmlformats.org/officeDocument/2006/relationships/notesSlide" Target="/ppt/notesSlides/notesSlide5.xml" Id="R8b5e08ba0ae8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b6811ba884422" /><Relationship Type="http://schemas.openxmlformats.org/officeDocument/2006/relationships/image" Target="/ppt/media/image6.png" Id="Rfc5ff03f439d4bd0" /><Relationship Type="http://schemas.openxmlformats.org/officeDocument/2006/relationships/notesSlide" Target="/ppt/notesSlides/notesSlide6.xml" Id="R2be0f332d03f4a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dca2c21684c56" /><Relationship Type="http://schemas.openxmlformats.org/officeDocument/2006/relationships/image" Target="/ppt/media/image7.png" Id="Re37f58bf222a409e" /><Relationship Type="http://schemas.openxmlformats.org/officeDocument/2006/relationships/notesSlide" Target="/ppt/notesSlides/notesSlide7.xml" Id="Rc8a6b947c73d49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c2ff01f4746b8" /><Relationship Type="http://schemas.openxmlformats.org/officeDocument/2006/relationships/image" Target="/ppt/media/image8.png" Id="Rb3220da33c7b4e54" /><Relationship Type="http://schemas.openxmlformats.org/officeDocument/2006/relationships/notesSlide" Target="/ppt/notesSlides/notesSlide8.xml" Id="Rebc6368f00f941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fa949df54799" /><Relationship Type="http://schemas.openxmlformats.org/officeDocument/2006/relationships/image" Target="/ppt/media/image9.png" Id="R0ef22fe4d437473f" /><Relationship Type="http://schemas.openxmlformats.org/officeDocument/2006/relationships/notesSlide" Target="/ppt/notesSlides/notesSlide9.xml" Id="R146c27f52b834a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d5f71a16f4da4" /><Relationship Type="http://schemas.openxmlformats.org/officeDocument/2006/relationships/image" Target="/ppt/media/image10.png" Id="R052fd778f22f4492" /><Relationship Type="http://schemas.openxmlformats.org/officeDocument/2006/relationships/notesSlide" Target="/ppt/notesSlides/notesSlide10.xml" Id="R5a8299fc705c43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28ae913f44402" /><Relationship Type="http://schemas.openxmlformats.org/officeDocument/2006/relationships/image" Target="/ppt/media/image11.png" Id="Rc003ebde106049e2" /><Relationship Type="http://schemas.openxmlformats.org/officeDocument/2006/relationships/notesSlide" Target="/ppt/notesSlides/notesSlide11.xml" Id="Rf150cc96a18c4f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2fa40eb4744fb" /><Relationship Type="http://schemas.openxmlformats.org/officeDocument/2006/relationships/image" Target="/ppt/media/image12.png" Id="Ra4f3638148dd431a" /><Relationship Type="http://schemas.openxmlformats.org/officeDocument/2006/relationships/notesSlide" Target="/ppt/notesSlides/notesSlide12.xml" Id="R6bf82c8cf1c34e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31ae98834e59" /><Relationship Type="http://schemas.openxmlformats.org/officeDocument/2006/relationships/image" Target="/ppt/media/image13.png" Id="R30c2109215a942e7" /><Relationship Type="http://schemas.openxmlformats.org/officeDocument/2006/relationships/notesSlide" Target="/ppt/notesSlides/notesSlide13.xml" Id="Rf4ec77aeeb2b40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ab44f6e814b02" /><Relationship Type="http://schemas.openxmlformats.org/officeDocument/2006/relationships/image" Target="/ppt/media/image14.png" Id="R6b4c42cf1ab948dd" /><Relationship Type="http://schemas.openxmlformats.org/officeDocument/2006/relationships/notesSlide" Target="/ppt/notesSlides/notesSlide14.xml" Id="R7533bfce5c7040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45a1097fe4698" /><Relationship Type="http://schemas.openxmlformats.org/officeDocument/2006/relationships/image" Target="/ppt/media/image15.png" Id="Rd77c802b1f214f73" /><Relationship Type="http://schemas.openxmlformats.org/officeDocument/2006/relationships/notesSlide" Target="/ppt/notesSlides/notesSlide15.xml" Id="R3453227d511844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ef7f62fc94253" /><Relationship Type="http://schemas.openxmlformats.org/officeDocument/2006/relationships/image" Target="/ppt/media/image16.png" Id="R9326dcd19488427a" /><Relationship Type="http://schemas.openxmlformats.org/officeDocument/2006/relationships/notesSlide" Target="/ppt/notesSlides/notesSlide16.xml" Id="R88abc96575c142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80f77b4d941a6" /><Relationship Type="http://schemas.openxmlformats.org/officeDocument/2006/relationships/image" Target="/ppt/media/image17.png" Id="Rcd2f870369364756" /><Relationship Type="http://schemas.openxmlformats.org/officeDocument/2006/relationships/notesSlide" Target="/ppt/notesSlides/notesSlide17.xml" Id="R50a67cfcd4d640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f3b5376fa4d55" /><Relationship Type="http://schemas.openxmlformats.org/officeDocument/2006/relationships/image" Target="/ppt/media/image18.png" Id="Rd2360bd622904544" /><Relationship Type="http://schemas.openxmlformats.org/officeDocument/2006/relationships/notesSlide" Target="/ppt/notesSlides/notesSlide18.xml" Id="R83338dfbb64c4a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b5f0b88e942e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0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1263196e644c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5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f063569a942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9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285fdfe64ac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60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a9523f981420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17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ff03f439d4bd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10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f58bf222a409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27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0da33c7b4e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59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22fe4d43747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027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fd778f22f449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52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3ebde106049e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8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3638148dd43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69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2109215a942e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76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c42cf1ab948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676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c802b1f214f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97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6dcd1948842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472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f87036936475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842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60bd62290454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2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2026-09-17T03:37:01.8040000Z</dcterms:created>
  <dcterms:modified xsi:type="dcterms:W3CDTF">2026-09-17T03:37:01.8040000Z</dcterms:modified>
</coreProperties>
</file>