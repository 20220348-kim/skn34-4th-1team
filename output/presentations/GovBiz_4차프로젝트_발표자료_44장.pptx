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0adbfb7d3467a" /><Relationship Type="http://schemas.openxmlformats.org/officeDocument/2006/relationships/extended-properties" Target="/docProps/app.xml" Id="R249954e8557840ed" /><Relationship Type="http://schemas.openxmlformats.org/officeDocument/2006/relationships/officeDocument" Target="/ppt/presentation.xml" Id="R62fd645965f54f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80f96edcb40ba"/>
  </p:sldMasterIdLst>
  <p:notesMasterIdLst>
    <p:notesMasterId xmlns:r="http://schemas.openxmlformats.org/officeDocument/2006/relationships" r:id="R2219b76482944d0e"/>
  </p:notesMasterIdLst>
  <p:sldIdLst>
    <p:sldId xmlns:r="http://schemas.openxmlformats.org/officeDocument/2006/relationships" id="256" r:id="Rbb7035024c534de2"/>
    <p:sldId xmlns:r="http://schemas.openxmlformats.org/officeDocument/2006/relationships" id="257" r:id="Rc86adaf48d0a4271"/>
    <p:sldId xmlns:r="http://schemas.openxmlformats.org/officeDocument/2006/relationships" id="258" r:id="R2cec2ca6babd4753"/>
    <p:sldId xmlns:r="http://schemas.openxmlformats.org/officeDocument/2006/relationships" id="259" r:id="Rf6b21e9fcbe14e41"/>
    <p:sldId xmlns:r="http://schemas.openxmlformats.org/officeDocument/2006/relationships" id="260" r:id="R8452b9e148e34181"/>
    <p:sldId xmlns:r="http://schemas.openxmlformats.org/officeDocument/2006/relationships" id="261" r:id="R3ea08369c3054a97"/>
    <p:sldId xmlns:r="http://schemas.openxmlformats.org/officeDocument/2006/relationships" id="262" r:id="R2466411129274807"/>
    <p:sldId xmlns:r="http://schemas.openxmlformats.org/officeDocument/2006/relationships" id="263" r:id="R1dc70785395d4088"/>
    <p:sldId xmlns:r="http://schemas.openxmlformats.org/officeDocument/2006/relationships" id="264" r:id="R49f345c3e81f44af"/>
    <p:sldId xmlns:r="http://schemas.openxmlformats.org/officeDocument/2006/relationships" id="265" r:id="Rb000296edb754745"/>
    <p:sldId xmlns:r="http://schemas.openxmlformats.org/officeDocument/2006/relationships" id="266" r:id="Rd10c0503e19c4fab"/>
    <p:sldId xmlns:r="http://schemas.openxmlformats.org/officeDocument/2006/relationships" id="267" r:id="Rcf61401952eb4ff9"/>
    <p:sldId xmlns:r="http://schemas.openxmlformats.org/officeDocument/2006/relationships" id="268" r:id="R8d9c1887267c46ab"/>
    <p:sldId xmlns:r="http://schemas.openxmlformats.org/officeDocument/2006/relationships" id="269" r:id="Rb0965258c2c245f2"/>
    <p:sldId xmlns:r="http://schemas.openxmlformats.org/officeDocument/2006/relationships" id="270" r:id="Rfb148e9446464c57"/>
    <p:sldId xmlns:r="http://schemas.openxmlformats.org/officeDocument/2006/relationships" id="271" r:id="Rc5f43b876d0c42fc"/>
    <p:sldId xmlns:r="http://schemas.openxmlformats.org/officeDocument/2006/relationships" id="272" r:id="Ra842bc5f3f374a3e"/>
    <p:sldId xmlns:r="http://schemas.openxmlformats.org/officeDocument/2006/relationships" id="273" r:id="Ra2ec87a76ff24d02"/>
    <p:sldId xmlns:r="http://schemas.openxmlformats.org/officeDocument/2006/relationships" id="274" r:id="R43135f9b23b2441b"/>
    <p:sldId xmlns:r="http://schemas.openxmlformats.org/officeDocument/2006/relationships" id="275" r:id="R4c99daea0e204b6d"/>
    <p:sldId xmlns:r="http://schemas.openxmlformats.org/officeDocument/2006/relationships" id="276" r:id="Rc68a670f67864c6b"/>
    <p:sldId xmlns:r="http://schemas.openxmlformats.org/officeDocument/2006/relationships" id="277" r:id="Rb9a68c57d4e44d42"/>
    <p:sldId xmlns:r="http://schemas.openxmlformats.org/officeDocument/2006/relationships" id="278" r:id="R8fa199148bc04ceb"/>
    <p:sldId xmlns:r="http://schemas.openxmlformats.org/officeDocument/2006/relationships" id="279" r:id="Ra8d287395f40477c"/>
    <p:sldId xmlns:r="http://schemas.openxmlformats.org/officeDocument/2006/relationships" id="280" r:id="R64447b8a57f445f5"/>
    <p:sldId xmlns:r="http://schemas.openxmlformats.org/officeDocument/2006/relationships" id="281" r:id="Re010d5bb53f04bff"/>
    <p:sldId xmlns:r="http://schemas.openxmlformats.org/officeDocument/2006/relationships" id="282" r:id="R796dec08733b4bbf"/>
    <p:sldId xmlns:r="http://schemas.openxmlformats.org/officeDocument/2006/relationships" id="283" r:id="Rd5b6bd5e85da4cc5"/>
    <p:sldId xmlns:r="http://schemas.openxmlformats.org/officeDocument/2006/relationships" id="284" r:id="Rc5017a0fbc8e4ca2"/>
    <p:sldId xmlns:r="http://schemas.openxmlformats.org/officeDocument/2006/relationships" id="285" r:id="Rd6a39efb96564397"/>
    <p:sldId xmlns:r="http://schemas.openxmlformats.org/officeDocument/2006/relationships" id="286" r:id="R1ea1a14bfc584e50"/>
    <p:sldId xmlns:r="http://schemas.openxmlformats.org/officeDocument/2006/relationships" id="287" r:id="R704c0f99fbcd45fd"/>
    <p:sldId xmlns:r="http://schemas.openxmlformats.org/officeDocument/2006/relationships" id="288" r:id="R7e597509d1d24fde"/>
    <p:sldId xmlns:r="http://schemas.openxmlformats.org/officeDocument/2006/relationships" id="289" r:id="R1df545933ece49f3"/>
    <p:sldId xmlns:r="http://schemas.openxmlformats.org/officeDocument/2006/relationships" id="290" r:id="R1f99f90f8f404aa9"/>
    <p:sldId xmlns:r="http://schemas.openxmlformats.org/officeDocument/2006/relationships" id="291" r:id="R8836253256c842be"/>
    <p:sldId xmlns:r="http://schemas.openxmlformats.org/officeDocument/2006/relationships" id="292" r:id="R341b5e8aec1e4ba7"/>
    <p:sldId xmlns:r="http://schemas.openxmlformats.org/officeDocument/2006/relationships" id="293" r:id="Ra869182a2788436d"/>
    <p:sldId xmlns:r="http://schemas.openxmlformats.org/officeDocument/2006/relationships" id="294" r:id="R2b1c159e9fe446e5"/>
    <p:sldId xmlns:r="http://schemas.openxmlformats.org/officeDocument/2006/relationships" id="295" r:id="R8a5f25e3422141a8"/>
    <p:sldId xmlns:r="http://schemas.openxmlformats.org/officeDocument/2006/relationships" id="296" r:id="R9993ae1dc9b449b0"/>
    <p:sldId xmlns:r="http://schemas.openxmlformats.org/officeDocument/2006/relationships" id="297" r:id="R627c2c1514c94b6e"/>
    <p:sldId xmlns:r="http://schemas.openxmlformats.org/officeDocument/2006/relationships" id="298" r:id="R95b2b87c77c14ad7"/>
    <p:sldId xmlns:r="http://schemas.openxmlformats.org/officeDocument/2006/relationships" id="299" r:id="Rba9862a0338c42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ad7c4cf354428" /><Relationship Type="http://schemas.openxmlformats.org/officeDocument/2006/relationships/slideMaster" Target="/ppt/slideMasters/slideMaster1.xml" Id="R08d80f96edcb40ba" /><Relationship Type="http://schemas.openxmlformats.org/officeDocument/2006/relationships/notesMaster" Target="/ppt/notesMasters/notesMaster1.xml" Id="R2219b76482944d0e" /><Relationship Type="http://schemas.openxmlformats.org/officeDocument/2006/relationships/presProps" Target="/ppt/presProps.xml" Id="Rbbdb689fd8114db0" /><Relationship Type="http://schemas.openxmlformats.org/officeDocument/2006/relationships/tableStyles" Target="/ppt/tableStyles.xml" Id="R01820e1153d24c94" /><Relationship Type="http://schemas.openxmlformats.org/officeDocument/2006/relationships/slide" Target="/ppt/slides/slide1.xml" Id="Rbb7035024c534de2" /><Relationship Type="http://schemas.openxmlformats.org/officeDocument/2006/relationships/slide" Target="/ppt/slides/slide2.xml" Id="Rc86adaf48d0a4271" /><Relationship Type="http://schemas.openxmlformats.org/officeDocument/2006/relationships/slide" Target="/ppt/slides/slide3.xml" Id="R2cec2ca6babd4753" /><Relationship Type="http://schemas.openxmlformats.org/officeDocument/2006/relationships/slide" Target="/ppt/slides/slide4.xml" Id="Rf6b21e9fcbe14e41" /><Relationship Type="http://schemas.openxmlformats.org/officeDocument/2006/relationships/slide" Target="/ppt/slides/slide5.xml" Id="R8452b9e148e34181" /><Relationship Type="http://schemas.openxmlformats.org/officeDocument/2006/relationships/slide" Target="/ppt/slides/slide6.xml" Id="R3ea08369c3054a97" /><Relationship Type="http://schemas.openxmlformats.org/officeDocument/2006/relationships/slide" Target="/ppt/slides/slide7.xml" Id="R2466411129274807" /><Relationship Type="http://schemas.openxmlformats.org/officeDocument/2006/relationships/slide" Target="/ppt/slides/slide8.xml" Id="R1dc70785395d4088" /><Relationship Type="http://schemas.openxmlformats.org/officeDocument/2006/relationships/slide" Target="/ppt/slides/slide9.xml" Id="R49f345c3e81f44af" /><Relationship Type="http://schemas.openxmlformats.org/officeDocument/2006/relationships/slide" Target="/ppt/slides/slide10.xml" Id="Rb000296edb754745" /><Relationship Type="http://schemas.openxmlformats.org/officeDocument/2006/relationships/slide" Target="/ppt/slides/slide11.xml" Id="Rd10c0503e19c4fab" /><Relationship Type="http://schemas.openxmlformats.org/officeDocument/2006/relationships/slide" Target="/ppt/slides/slide12.xml" Id="Rcf61401952eb4ff9" /><Relationship Type="http://schemas.openxmlformats.org/officeDocument/2006/relationships/slide" Target="/ppt/slides/slide13.xml" Id="R8d9c1887267c46ab" /><Relationship Type="http://schemas.openxmlformats.org/officeDocument/2006/relationships/slide" Target="/ppt/slides/slide14.xml" Id="Rb0965258c2c245f2" /><Relationship Type="http://schemas.openxmlformats.org/officeDocument/2006/relationships/slide" Target="/ppt/slides/slide15.xml" Id="Rfb148e9446464c57" /><Relationship Type="http://schemas.openxmlformats.org/officeDocument/2006/relationships/slide" Target="/ppt/slides/slide16.xml" Id="Rc5f43b876d0c42fc" /><Relationship Type="http://schemas.openxmlformats.org/officeDocument/2006/relationships/slide" Target="/ppt/slides/slide17.xml" Id="Ra842bc5f3f374a3e" /><Relationship Type="http://schemas.openxmlformats.org/officeDocument/2006/relationships/slide" Target="/ppt/slides/slide18.xml" Id="Ra2ec87a76ff24d02" /><Relationship Type="http://schemas.openxmlformats.org/officeDocument/2006/relationships/slide" Target="/ppt/slides/slide19.xml" Id="R43135f9b23b2441b" /><Relationship Type="http://schemas.openxmlformats.org/officeDocument/2006/relationships/slide" Target="/ppt/slides/slide20.xml" Id="R4c99daea0e204b6d" /><Relationship Type="http://schemas.openxmlformats.org/officeDocument/2006/relationships/slide" Target="/ppt/slides/slide21.xml" Id="Rc68a670f67864c6b" /><Relationship Type="http://schemas.openxmlformats.org/officeDocument/2006/relationships/slide" Target="/ppt/slides/slide22.xml" Id="Rb9a68c57d4e44d42" /><Relationship Type="http://schemas.openxmlformats.org/officeDocument/2006/relationships/slide" Target="/ppt/slides/slide23.xml" Id="R8fa199148bc04ceb" /><Relationship Type="http://schemas.openxmlformats.org/officeDocument/2006/relationships/slide" Target="/ppt/slides/slide24.xml" Id="Ra8d287395f40477c" /><Relationship Type="http://schemas.openxmlformats.org/officeDocument/2006/relationships/slide" Target="/ppt/slides/slide25.xml" Id="R64447b8a57f445f5" /><Relationship Type="http://schemas.openxmlformats.org/officeDocument/2006/relationships/slide" Target="/ppt/slides/slide26.xml" Id="Re010d5bb53f04bff" /><Relationship Type="http://schemas.openxmlformats.org/officeDocument/2006/relationships/slide" Target="/ppt/slides/slide27.xml" Id="R796dec08733b4bbf" /><Relationship Type="http://schemas.openxmlformats.org/officeDocument/2006/relationships/slide" Target="/ppt/slides/slide28.xml" Id="Rd5b6bd5e85da4cc5" /><Relationship Type="http://schemas.openxmlformats.org/officeDocument/2006/relationships/slide" Target="/ppt/slides/slide29.xml" Id="Rc5017a0fbc8e4ca2" /><Relationship Type="http://schemas.openxmlformats.org/officeDocument/2006/relationships/slide" Target="/ppt/slides/slide30.xml" Id="Rd6a39efb96564397" /><Relationship Type="http://schemas.openxmlformats.org/officeDocument/2006/relationships/slide" Target="/ppt/slides/slide31.xml" Id="R1ea1a14bfc584e50" /><Relationship Type="http://schemas.openxmlformats.org/officeDocument/2006/relationships/slide" Target="/ppt/slides/slide32.xml" Id="R704c0f99fbcd45fd" /><Relationship Type="http://schemas.openxmlformats.org/officeDocument/2006/relationships/slide" Target="/ppt/slides/slide33.xml" Id="R7e597509d1d24fde" /><Relationship Type="http://schemas.openxmlformats.org/officeDocument/2006/relationships/slide" Target="/ppt/slides/slide34.xml" Id="R1df545933ece49f3" /><Relationship Type="http://schemas.openxmlformats.org/officeDocument/2006/relationships/slide" Target="/ppt/slides/slide35.xml" Id="R1f99f90f8f404aa9" /><Relationship Type="http://schemas.openxmlformats.org/officeDocument/2006/relationships/slide" Target="/ppt/slides/slide36.xml" Id="R8836253256c842be" /><Relationship Type="http://schemas.openxmlformats.org/officeDocument/2006/relationships/slide" Target="/ppt/slides/slide37.xml" Id="R341b5e8aec1e4ba7" /><Relationship Type="http://schemas.openxmlformats.org/officeDocument/2006/relationships/slide" Target="/ppt/slides/slide38.xml" Id="Ra869182a2788436d" /><Relationship Type="http://schemas.openxmlformats.org/officeDocument/2006/relationships/slide" Target="/ppt/slides/slide39.xml" Id="R2b1c159e9fe446e5" /><Relationship Type="http://schemas.openxmlformats.org/officeDocument/2006/relationships/slide" Target="/ppt/slides/slide40.xml" Id="R8a5f25e3422141a8" /><Relationship Type="http://schemas.openxmlformats.org/officeDocument/2006/relationships/slide" Target="/ppt/slides/slide41.xml" Id="R9993ae1dc9b449b0" /><Relationship Type="http://schemas.openxmlformats.org/officeDocument/2006/relationships/slide" Target="/ppt/slides/slide42.xml" Id="R627c2c1514c94b6e" /><Relationship Type="http://schemas.openxmlformats.org/officeDocument/2006/relationships/slide" Target="/ppt/slides/slide43.xml" Id="R95b2b87c77c14ad7" /><Relationship Type="http://schemas.openxmlformats.org/officeDocument/2006/relationships/slide" Target="/ppt/slides/slide44.xml" Id="Rba9862a0338c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ce2af92345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f683a89b84331" /><Relationship Type="http://schemas.openxmlformats.org/officeDocument/2006/relationships/notesMaster" Target="/ppt/notesMasters/notesMaster1.xml" Id="Rf1f9e876b7804b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1e7a832024fa0" /><Relationship Type="http://schemas.openxmlformats.org/officeDocument/2006/relationships/notesMaster" Target="/ppt/notesMasters/notesMaster1.xml" Id="Rde02ffb451fc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f0426f867493b" /><Relationship Type="http://schemas.openxmlformats.org/officeDocument/2006/relationships/notesMaster" Target="/ppt/notesMasters/notesMaster1.xml" Id="R06ed6100084e4e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dab9ccafb74d61" /><Relationship Type="http://schemas.openxmlformats.org/officeDocument/2006/relationships/notesMaster" Target="/ppt/notesMasters/notesMaster1.xml" Id="R9359ca9558b0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582a642cd5497d" /><Relationship Type="http://schemas.openxmlformats.org/officeDocument/2006/relationships/notesMaster" Target="/ppt/notesMasters/notesMaster1.xml" Id="R97fbeb25cd78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afcc25cebc4e91" /><Relationship Type="http://schemas.openxmlformats.org/officeDocument/2006/relationships/notesMaster" Target="/ppt/notesMasters/notesMaster1.xml" Id="R7b4faaf2a2ad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ecb8d2545411c" /><Relationship Type="http://schemas.openxmlformats.org/officeDocument/2006/relationships/notesMaster" Target="/ppt/notesMasters/notesMaster1.xml" Id="R43881d2a844b4c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cc3b3461f4224" /><Relationship Type="http://schemas.openxmlformats.org/officeDocument/2006/relationships/notesMaster" Target="/ppt/notesMasters/notesMaster1.xml" Id="Rf67f279050464c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0971fbf38b45d6" /><Relationship Type="http://schemas.openxmlformats.org/officeDocument/2006/relationships/notesMaster" Target="/ppt/notesMasters/notesMaster1.xml" Id="R33c1509118d745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58d7b7dd024674" /><Relationship Type="http://schemas.openxmlformats.org/officeDocument/2006/relationships/notesMaster" Target="/ppt/notesMasters/notesMaster1.xml" Id="R41fffe2bf37b4e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29a63d70494989" /><Relationship Type="http://schemas.openxmlformats.org/officeDocument/2006/relationships/notesMaster" Target="/ppt/notesMasters/notesMaster1.xml" Id="R108cf373ed8342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6951e701b043d4" /><Relationship Type="http://schemas.openxmlformats.org/officeDocument/2006/relationships/notesMaster" Target="/ppt/notesMasters/notesMaster1.xml" Id="R05ffd34c4a8d46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4a4e5344ca431f" /><Relationship Type="http://schemas.openxmlformats.org/officeDocument/2006/relationships/notesMaster" Target="/ppt/notesMasters/notesMaster1.xml" Id="R431a3e5d83d644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909b45326b435b" /><Relationship Type="http://schemas.openxmlformats.org/officeDocument/2006/relationships/notesMaster" Target="/ppt/notesMasters/notesMaster1.xml" Id="Rca04d3358cf848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e4e4695fe140d1" /><Relationship Type="http://schemas.openxmlformats.org/officeDocument/2006/relationships/notesMaster" Target="/ppt/notesMasters/notesMaster1.xml" Id="R525820a085a24c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916c00b755408b" /><Relationship Type="http://schemas.openxmlformats.org/officeDocument/2006/relationships/notesMaster" Target="/ppt/notesMasters/notesMaster1.xml" Id="R7c983bb78b6f48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8f377a9d8d4efb" /><Relationship Type="http://schemas.openxmlformats.org/officeDocument/2006/relationships/notesMaster" Target="/ppt/notesMasters/notesMaster1.xml" Id="Rdba5c09251f044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697dc975bd468c" /><Relationship Type="http://schemas.openxmlformats.org/officeDocument/2006/relationships/notesMaster" Target="/ppt/notesMasters/notesMaster1.xml" Id="Rf1a74ad095a440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fea3cd06eb4164" /><Relationship Type="http://schemas.openxmlformats.org/officeDocument/2006/relationships/notesMaster" Target="/ppt/notesMasters/notesMaster1.xml" Id="R2391da70efca47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ad2127184494e32" /><Relationship Type="http://schemas.openxmlformats.org/officeDocument/2006/relationships/notesMaster" Target="/ppt/notesMasters/notesMaster1.xml" Id="R0750f400f18a46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4a6f230a19f49e4" /><Relationship Type="http://schemas.openxmlformats.org/officeDocument/2006/relationships/notesMaster" Target="/ppt/notesMasters/notesMaster1.xml" Id="Rb588603dde724c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16b857b75046fe" /><Relationship Type="http://schemas.openxmlformats.org/officeDocument/2006/relationships/notesMaster" Target="/ppt/notesMasters/notesMaster1.xml" Id="Rb4d40fdf843844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22bc845d1046f7" /><Relationship Type="http://schemas.openxmlformats.org/officeDocument/2006/relationships/notesMaster" Target="/ppt/notesMasters/notesMaster1.xml" Id="R2c08d2f3a95c4e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c40f401aa24d00" /><Relationship Type="http://schemas.openxmlformats.org/officeDocument/2006/relationships/notesMaster" Target="/ppt/notesMasters/notesMaster1.xml" Id="R7508b7888955441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5f31e71e0145a6" /><Relationship Type="http://schemas.openxmlformats.org/officeDocument/2006/relationships/notesMaster" Target="/ppt/notesMasters/notesMaster1.xml" Id="R7d8c7e84b4024b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2f34a6abf54cea" /><Relationship Type="http://schemas.openxmlformats.org/officeDocument/2006/relationships/notesMaster" Target="/ppt/notesMasters/notesMaster1.xml" Id="Rce2ab5070af040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6022cc9b6794c5c" /><Relationship Type="http://schemas.openxmlformats.org/officeDocument/2006/relationships/notesMaster" Target="/ppt/notesMasters/notesMaster1.xml" Id="R8c83bc66cf5f48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83a7c5a09041f8" /><Relationship Type="http://schemas.openxmlformats.org/officeDocument/2006/relationships/notesMaster" Target="/ppt/notesMasters/notesMaster1.xml" Id="R17ae67fcb0b44e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93d51021994872" /><Relationship Type="http://schemas.openxmlformats.org/officeDocument/2006/relationships/notesMaster" Target="/ppt/notesMasters/notesMaster1.xml" Id="R6654ff6714c740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8a68789464c47c6" /><Relationship Type="http://schemas.openxmlformats.org/officeDocument/2006/relationships/notesMaster" Target="/ppt/notesMasters/notesMaster1.xml" Id="R71326ab1555240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e90c9372524056" /><Relationship Type="http://schemas.openxmlformats.org/officeDocument/2006/relationships/notesMaster" Target="/ppt/notesMasters/notesMaster1.xml" Id="Rb4e2d99b483f43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aa7762a78646b2" /><Relationship Type="http://schemas.openxmlformats.org/officeDocument/2006/relationships/notesMaster" Target="/ppt/notesMasters/notesMaster1.xml" Id="R9960895db6234cf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210b81152147ff" /><Relationship Type="http://schemas.openxmlformats.org/officeDocument/2006/relationships/notesMaster" Target="/ppt/notesMasters/notesMaster1.xml" Id="R564d50ecfb9b44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18e6ee8ca9e42e6" /><Relationship Type="http://schemas.openxmlformats.org/officeDocument/2006/relationships/notesMaster" Target="/ppt/notesMasters/notesMaster1.xml" Id="R1ffce3f8245c45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d025c5eb00047f7" /><Relationship Type="http://schemas.openxmlformats.org/officeDocument/2006/relationships/notesMaster" Target="/ppt/notesMasters/notesMaster1.xml" Id="R019cbefb193341f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8226bd0fe904a3f" /><Relationship Type="http://schemas.openxmlformats.org/officeDocument/2006/relationships/notesMaster" Target="/ppt/notesMasters/notesMaster1.xml" Id="Re17489eec6214e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f14d85c8544f72" /><Relationship Type="http://schemas.openxmlformats.org/officeDocument/2006/relationships/notesMaster" Target="/ppt/notesMasters/notesMaster1.xml" Id="R173c8fee919d48d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2a9e3b7ebfa4493" /><Relationship Type="http://schemas.openxmlformats.org/officeDocument/2006/relationships/notesMaster" Target="/ppt/notesMasters/notesMaster1.xml" Id="Rd8130dcfc15a4a6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0a3371879849fd" /><Relationship Type="http://schemas.openxmlformats.org/officeDocument/2006/relationships/notesMaster" Target="/ppt/notesMasters/notesMaster1.xml" Id="Rb7bfb6223b43478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cfadffa914b432c" /><Relationship Type="http://schemas.openxmlformats.org/officeDocument/2006/relationships/notesMaster" Target="/ppt/notesMasters/notesMaster1.xml" Id="Rac8d868b35ce465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f85e424cbee458a" /><Relationship Type="http://schemas.openxmlformats.org/officeDocument/2006/relationships/notesMaster" Target="/ppt/notesMasters/notesMaster1.xml" Id="R987b20e19ab94eb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5187f5b59d74880" /><Relationship Type="http://schemas.openxmlformats.org/officeDocument/2006/relationships/notesMaster" Target="/ppt/notesMasters/notesMaster1.xml" Id="R9f4a2c15e98f4fa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644428edc404b33" /><Relationship Type="http://schemas.openxmlformats.org/officeDocument/2006/relationships/notesMaster" Target="/ppt/notesMasters/notesMaster1.xml" Id="Rf535a7b8f0d84b7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c46e59e14e24530" /><Relationship Type="http://schemas.openxmlformats.org/officeDocument/2006/relationships/notesMaster" Target="/ppt/notesMasters/notesMaster1.xml" Id="R5b3f694657b9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0467d67224d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9c3efc6b745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618f54ac246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1e354b95c47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b847d62fb40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7cf7fe0c942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E0EFD-BFFB-4409-B3BD-AEECDA678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5BEE83-AD8D-4DAC-A5B4-B7722BC19D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D15936-B469-4E21-AE16-EE8581713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2D39F7-84C6-4319-A2C5-8F497EDE1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5724E9-2801-437E-BF24-2E889F932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9F1F6C-9418-4555-9E43-C02850B30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1CB53A-5547-40FD-A62F-9E31F176D7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5B58E0-B623-4D90-8A28-AF49E724DD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3D65D-962A-4794-A167-9BD6E9E7A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598828-FD49-4695-ABE4-D87AAB19A6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2490cf4034ab3" /><Relationship Type="http://schemas.openxmlformats.org/officeDocument/2006/relationships/slideLayout" Target="/ppt/slideLayouts/slideLayout1.xml" Id="R647cbb4042164991" /><Relationship Type="http://schemas.openxmlformats.org/officeDocument/2006/relationships/slideLayout" Target="/ppt/slideLayouts/slideLayout2.xml" Id="R96f930d45cd44966" /><Relationship Type="http://schemas.openxmlformats.org/officeDocument/2006/relationships/slideLayout" Target="/ppt/slideLayouts/slideLayout3.xml" Id="Rac228bf6b651482e" /><Relationship Type="http://schemas.openxmlformats.org/officeDocument/2006/relationships/slideLayout" Target="/ppt/slideLayouts/slideLayout4.xml" Id="R2e6c35be093b47e9" /><Relationship Type="http://schemas.openxmlformats.org/officeDocument/2006/relationships/slideLayout" Target="/ppt/slideLayouts/slideLayout5.xml" Id="Ra9f14b34c53d462d" /><Relationship Type="http://schemas.openxmlformats.org/officeDocument/2006/relationships/slideLayout" Target="/ppt/slideLayouts/slideLayout6.xml" Id="Rc4b5d99f73b3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cbb4042164991"/>
    <p:sldLayoutId xmlns:r="http://schemas.openxmlformats.org/officeDocument/2006/relationships" id="2147483650" r:id="R96f930d45cd44966"/>
    <p:sldLayoutId xmlns:r="http://schemas.openxmlformats.org/officeDocument/2006/relationships" id="2147483651" r:id="Rac228bf6b651482e"/>
    <p:sldLayoutId xmlns:r="http://schemas.openxmlformats.org/officeDocument/2006/relationships" id="2147483652" r:id="R2e6c35be093b47e9"/>
    <p:sldLayoutId xmlns:r="http://schemas.openxmlformats.org/officeDocument/2006/relationships" id="2147483653" r:id="Ra9f14b34c53d462d"/>
    <p:sldLayoutId xmlns:r="http://schemas.openxmlformats.org/officeDocument/2006/relationships" id="2147483654" r:id="Rc4b5d99f73b3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acc9c161b4f10" /><Relationship Type="http://schemas.openxmlformats.org/officeDocument/2006/relationships/image" Target="/ppt/media/image.png" Id="Rbadab717c4514ef4" /><Relationship Type="http://schemas.openxmlformats.org/officeDocument/2006/relationships/notesSlide" Target="/ppt/notesSlides/notesSlide1.xml" Id="Ra8eb51b4d863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23b0711c74e48" /><Relationship Type="http://schemas.openxmlformats.org/officeDocument/2006/relationships/image" Target="/ppt/media/image2.png" Id="Rfd48b2c620eb4c08" /><Relationship Type="http://schemas.openxmlformats.org/officeDocument/2006/relationships/notesSlide" Target="/ppt/notesSlides/notesSlide2.xml" Id="Rba3ec034df14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4dcf7c41a44bc" /><Relationship Type="http://schemas.openxmlformats.org/officeDocument/2006/relationships/image" Target="/ppt/media/image3.png" Id="R31e622b971d84ad6" /><Relationship Type="http://schemas.openxmlformats.org/officeDocument/2006/relationships/notesSlide" Target="/ppt/notesSlides/notesSlide3.xml" Id="R7be803a92440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ed9ab396e4e07" /><Relationship Type="http://schemas.openxmlformats.org/officeDocument/2006/relationships/image" Target="/ppt/media/image4.png" Id="Rce764b9852464ba5" /><Relationship Type="http://schemas.openxmlformats.org/officeDocument/2006/relationships/notesSlide" Target="/ppt/notesSlides/notesSlide4.xml" Id="Rb2d218c5481348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f5017faf04d72" /><Relationship Type="http://schemas.openxmlformats.org/officeDocument/2006/relationships/image" Target="/ppt/media/image5.png" Id="R2a0402b3fd63495d" /><Relationship Type="http://schemas.openxmlformats.org/officeDocument/2006/relationships/notesSlide" Target="/ppt/notesSlides/notesSlide5.xml" Id="Ra00f05cf5527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5a21e6e134a7d" /><Relationship Type="http://schemas.openxmlformats.org/officeDocument/2006/relationships/image" Target="/ppt/media/image6.png" Id="Rd61ffd0a96dc49fa" /><Relationship Type="http://schemas.openxmlformats.org/officeDocument/2006/relationships/notesSlide" Target="/ppt/notesSlides/notesSlide6.xml" Id="R8fe9b4f99b1144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731575ee24b82" /><Relationship Type="http://schemas.openxmlformats.org/officeDocument/2006/relationships/image" Target="/ppt/media/image7.png" Id="Re17f7fb2a2c24b94" /><Relationship Type="http://schemas.openxmlformats.org/officeDocument/2006/relationships/notesSlide" Target="/ppt/notesSlides/notesSlide7.xml" Id="R9b2a92577f7f4d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d8f4b1ca547ed" /><Relationship Type="http://schemas.openxmlformats.org/officeDocument/2006/relationships/image" Target="/ppt/media/image8.png" Id="Red1e2c6bb03f4d4f" /><Relationship Type="http://schemas.openxmlformats.org/officeDocument/2006/relationships/notesSlide" Target="/ppt/notesSlides/notesSlide8.xml" Id="R3dbab1a253cb41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220c40ed84966" /><Relationship Type="http://schemas.openxmlformats.org/officeDocument/2006/relationships/image" Target="/ppt/media/image9.png" Id="Ree9f2d812e964c21" /><Relationship Type="http://schemas.openxmlformats.org/officeDocument/2006/relationships/notesSlide" Target="/ppt/notesSlides/notesSlide9.xml" Id="R741135c4d6b2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7822f03254160" /><Relationship Type="http://schemas.openxmlformats.org/officeDocument/2006/relationships/image" Target="/ppt/media/image10.png" Id="Rd31de0903b7d425c" /><Relationship Type="http://schemas.openxmlformats.org/officeDocument/2006/relationships/notesSlide" Target="/ppt/notesSlides/notesSlide10.xml" Id="R13673afb8dd040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cacee54284658" /><Relationship Type="http://schemas.openxmlformats.org/officeDocument/2006/relationships/image" Target="/ppt/media/image11.png" Id="R924588d4a07644b5" /><Relationship Type="http://schemas.openxmlformats.org/officeDocument/2006/relationships/notesSlide" Target="/ppt/notesSlides/notesSlide11.xml" Id="Rab5937a390ec48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a995451dc4c4e" /><Relationship Type="http://schemas.openxmlformats.org/officeDocument/2006/relationships/image" Target="/ppt/media/image12.png" Id="Rb57658997f264af9" /><Relationship Type="http://schemas.openxmlformats.org/officeDocument/2006/relationships/notesSlide" Target="/ppt/notesSlides/notesSlide12.xml" Id="R42c174180a494c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5dc422b124c9b" /><Relationship Type="http://schemas.openxmlformats.org/officeDocument/2006/relationships/image" Target="/ppt/media/image13.png" Id="R30bbacb7a2634b85" /><Relationship Type="http://schemas.openxmlformats.org/officeDocument/2006/relationships/notesSlide" Target="/ppt/notesSlides/notesSlide13.xml" Id="R41e8d45613c84b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557d0458b4e13" /><Relationship Type="http://schemas.openxmlformats.org/officeDocument/2006/relationships/image" Target="/ppt/media/image14.png" Id="R2b52593058194a31" /><Relationship Type="http://schemas.openxmlformats.org/officeDocument/2006/relationships/notesSlide" Target="/ppt/notesSlides/notesSlide14.xml" Id="R4269da943a0f4d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91c9c42f6492c" /><Relationship Type="http://schemas.openxmlformats.org/officeDocument/2006/relationships/image" Target="/ppt/media/image15.png" Id="Ra2c05a3931f8475c" /><Relationship Type="http://schemas.openxmlformats.org/officeDocument/2006/relationships/notesSlide" Target="/ppt/notesSlides/notesSlide15.xml" Id="R68466931b92446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2613920204d03" /><Relationship Type="http://schemas.openxmlformats.org/officeDocument/2006/relationships/image" Target="/ppt/media/image16.png" Id="Rec4731359a074da2" /><Relationship Type="http://schemas.openxmlformats.org/officeDocument/2006/relationships/notesSlide" Target="/ppt/notesSlides/notesSlide16.xml" Id="R6ff3f378d72743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17d56f2ce4f9e" /><Relationship Type="http://schemas.openxmlformats.org/officeDocument/2006/relationships/image" Target="/ppt/media/image17.png" Id="R727e128035194a10" /><Relationship Type="http://schemas.openxmlformats.org/officeDocument/2006/relationships/notesSlide" Target="/ppt/notesSlides/notesSlide17.xml" Id="Rfd5172c89cf848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569ded2654ca7" /><Relationship Type="http://schemas.openxmlformats.org/officeDocument/2006/relationships/image" Target="/ppt/media/image18.png" Id="R376b870583844aa7" /><Relationship Type="http://schemas.openxmlformats.org/officeDocument/2006/relationships/notesSlide" Target="/ppt/notesSlides/notesSlide18.xml" Id="R0613f0e8833445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e143ef92649d2" /><Relationship Type="http://schemas.openxmlformats.org/officeDocument/2006/relationships/image" Target="/ppt/media/image19.png" Id="R4e9a821f9b1a469e" /><Relationship Type="http://schemas.openxmlformats.org/officeDocument/2006/relationships/notesSlide" Target="/ppt/notesSlides/notesSlide19.xml" Id="R76a0c63bfb154f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ebdd7a85974e84" /><Relationship Type="http://schemas.openxmlformats.org/officeDocument/2006/relationships/image" Target="/ppt/media/image20.png" Id="Rd4f5eb0c817b41ac" /><Relationship Type="http://schemas.openxmlformats.org/officeDocument/2006/relationships/notesSlide" Target="/ppt/notesSlides/notesSlide20.xml" Id="R380fd1ad31cf44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2a4ab36334f01" /><Relationship Type="http://schemas.openxmlformats.org/officeDocument/2006/relationships/image" Target="/ppt/media/image21.png" Id="Rea1437d602a243b1" /><Relationship Type="http://schemas.openxmlformats.org/officeDocument/2006/relationships/notesSlide" Target="/ppt/notesSlides/notesSlide21.xml" Id="Ra6f401639efd45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c4d0590f44671" /><Relationship Type="http://schemas.openxmlformats.org/officeDocument/2006/relationships/image" Target="/ppt/media/image22.png" Id="R56507618fb1e4b15" /><Relationship Type="http://schemas.openxmlformats.org/officeDocument/2006/relationships/notesSlide" Target="/ppt/notesSlides/notesSlide22.xml" Id="Rebb20d9c780147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f73ec80394cf5" /><Relationship Type="http://schemas.openxmlformats.org/officeDocument/2006/relationships/image" Target="/ppt/media/image23.png" Id="R25733697b2704ebc" /><Relationship Type="http://schemas.openxmlformats.org/officeDocument/2006/relationships/notesSlide" Target="/ppt/notesSlides/notesSlide23.xml" Id="R1249ac908c6644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e390edde7434e" /><Relationship Type="http://schemas.openxmlformats.org/officeDocument/2006/relationships/image" Target="/ppt/media/image24.png" Id="R02f366e2539743ce" /><Relationship Type="http://schemas.openxmlformats.org/officeDocument/2006/relationships/notesSlide" Target="/ppt/notesSlides/notesSlide24.xml" Id="R3c12baa58de34d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0aca68eda4d70" /><Relationship Type="http://schemas.openxmlformats.org/officeDocument/2006/relationships/image" Target="/ppt/media/image25.png" Id="R8e88914c2d8f46de" /><Relationship Type="http://schemas.openxmlformats.org/officeDocument/2006/relationships/notesSlide" Target="/ppt/notesSlides/notesSlide25.xml" Id="R5d93c23a66c0432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01a63549945b5" /><Relationship Type="http://schemas.openxmlformats.org/officeDocument/2006/relationships/image" Target="/ppt/media/image26.png" Id="Ree5ad59d53fc408f" /><Relationship Type="http://schemas.openxmlformats.org/officeDocument/2006/relationships/notesSlide" Target="/ppt/notesSlides/notesSlide26.xml" Id="R8d1d298dc8dc4f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94781483f4bbb" /><Relationship Type="http://schemas.openxmlformats.org/officeDocument/2006/relationships/image" Target="/ppt/media/image27.png" Id="R3135ff3989aa423a" /><Relationship Type="http://schemas.openxmlformats.org/officeDocument/2006/relationships/notesSlide" Target="/ppt/notesSlides/notesSlide27.xml" Id="Rd2e9fedb53f44e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dd8e0cb3bc47a4" /><Relationship Type="http://schemas.openxmlformats.org/officeDocument/2006/relationships/image" Target="/ppt/media/image28.png" Id="R1aadc30d7b174300" /><Relationship Type="http://schemas.openxmlformats.org/officeDocument/2006/relationships/notesSlide" Target="/ppt/notesSlides/notesSlide28.xml" Id="Rbcb49e5c1ada430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e5d6cc4de4ec3" /><Relationship Type="http://schemas.openxmlformats.org/officeDocument/2006/relationships/image" Target="/ppt/media/image29.png" Id="R77e7e6b8afc34e40" /><Relationship Type="http://schemas.openxmlformats.org/officeDocument/2006/relationships/notesSlide" Target="/ppt/notesSlides/notesSlide29.xml" Id="Rc90e04d701ee48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db5214e554e68" /><Relationship Type="http://schemas.openxmlformats.org/officeDocument/2006/relationships/image" Target="/ppt/media/image30.png" Id="Rfb9dfb0ca4754b21" /><Relationship Type="http://schemas.openxmlformats.org/officeDocument/2006/relationships/notesSlide" Target="/ppt/notesSlides/notesSlide30.xml" Id="R97912d4979764b2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34210c3e243f7" /><Relationship Type="http://schemas.openxmlformats.org/officeDocument/2006/relationships/image" Target="/ppt/media/image31.png" Id="R8eccbd5b00b34125" /><Relationship Type="http://schemas.openxmlformats.org/officeDocument/2006/relationships/notesSlide" Target="/ppt/notesSlides/notesSlide31.xml" Id="Rf2046fd7ff8e40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2cc47bd4c94873" /><Relationship Type="http://schemas.openxmlformats.org/officeDocument/2006/relationships/image" Target="/ppt/media/image32.png" Id="R69f8e38faee145bf" /><Relationship Type="http://schemas.openxmlformats.org/officeDocument/2006/relationships/notesSlide" Target="/ppt/notesSlides/notesSlide32.xml" Id="Rb31eb302ca5a46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11f40730341b8" /><Relationship Type="http://schemas.openxmlformats.org/officeDocument/2006/relationships/image" Target="/ppt/media/image33.png" Id="Ra4fc1a56ec1d4147" /><Relationship Type="http://schemas.openxmlformats.org/officeDocument/2006/relationships/notesSlide" Target="/ppt/notesSlides/notesSlide33.xml" Id="R05cdf0eb3021478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bf950ae884068" /><Relationship Type="http://schemas.openxmlformats.org/officeDocument/2006/relationships/image" Target="/ppt/media/image34.png" Id="R6e8b55001b0e46db" /><Relationship Type="http://schemas.openxmlformats.org/officeDocument/2006/relationships/notesSlide" Target="/ppt/notesSlides/notesSlide34.xml" Id="Rf66d9aeae90d43b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7190676b54c34" /><Relationship Type="http://schemas.openxmlformats.org/officeDocument/2006/relationships/image" Target="/ppt/media/image35.png" Id="R15fa6254551b43ff" /><Relationship Type="http://schemas.openxmlformats.org/officeDocument/2006/relationships/notesSlide" Target="/ppt/notesSlides/notesSlide35.xml" Id="R57b793c832be435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4f3e248c74a9c" /><Relationship Type="http://schemas.openxmlformats.org/officeDocument/2006/relationships/image" Target="/ppt/media/image36.png" Id="R319a70a3910f4ac9" /><Relationship Type="http://schemas.openxmlformats.org/officeDocument/2006/relationships/notesSlide" Target="/ppt/notesSlides/notesSlide36.xml" Id="Rb9a79f7f23e840c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e436d05474344" /><Relationship Type="http://schemas.openxmlformats.org/officeDocument/2006/relationships/image" Target="/ppt/media/image37.png" Id="R69d8d96aa7ee400a" /><Relationship Type="http://schemas.openxmlformats.org/officeDocument/2006/relationships/notesSlide" Target="/ppt/notesSlides/notesSlide37.xml" Id="R586b4f6328964f2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1c7421d504c33" /><Relationship Type="http://schemas.openxmlformats.org/officeDocument/2006/relationships/image" Target="/ppt/media/image38.png" Id="R34a4be8ba5b048a7" /><Relationship Type="http://schemas.openxmlformats.org/officeDocument/2006/relationships/notesSlide" Target="/ppt/notesSlides/notesSlide38.xml" Id="Rbf87d7d7539d416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b1ea76c974433" /><Relationship Type="http://schemas.openxmlformats.org/officeDocument/2006/relationships/image" Target="/ppt/media/image39.png" Id="R4392994284d9495e" /><Relationship Type="http://schemas.openxmlformats.org/officeDocument/2006/relationships/notesSlide" Target="/ppt/notesSlides/notesSlide39.xml" Id="Rd49a8a7c4f0f433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3dd5418a34d82" /><Relationship Type="http://schemas.openxmlformats.org/officeDocument/2006/relationships/image" Target="/ppt/media/image40.png" Id="R687a600c8cf74516" /><Relationship Type="http://schemas.openxmlformats.org/officeDocument/2006/relationships/notesSlide" Target="/ppt/notesSlides/notesSlide40.xml" Id="R95a92e1a5e1a474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83f812b13a4a5f" /><Relationship Type="http://schemas.openxmlformats.org/officeDocument/2006/relationships/image" Target="/ppt/media/image41.png" Id="R5a9f2528b6f34d20" /><Relationship Type="http://schemas.openxmlformats.org/officeDocument/2006/relationships/notesSlide" Target="/ppt/notesSlides/notesSlide41.xml" Id="Rd251cb4b5c7a4da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fc7939c79472d" /><Relationship Type="http://schemas.openxmlformats.org/officeDocument/2006/relationships/image" Target="/ppt/media/image42.png" Id="Rbf7fdd10ed1b4664" /><Relationship Type="http://schemas.openxmlformats.org/officeDocument/2006/relationships/notesSlide" Target="/ppt/notesSlides/notesSlide42.xml" Id="Rc59c50cae2e0415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6e82d8c1a404c" /><Relationship Type="http://schemas.openxmlformats.org/officeDocument/2006/relationships/image" Target="/ppt/media/image43.png" Id="Rc4c7ac8a4d024012" /><Relationship Type="http://schemas.openxmlformats.org/officeDocument/2006/relationships/notesSlide" Target="/ppt/notesSlides/notesSlide43.xml" Id="Ra0a670581cf14d6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9e790a4204e0c" /><Relationship Type="http://schemas.openxmlformats.org/officeDocument/2006/relationships/image" Target="/ppt/media/image44.png" Id="Rad7a3d3ca8ce4e4a" /><Relationship Type="http://schemas.openxmlformats.org/officeDocument/2006/relationships/notesSlide" Target="/ppt/notesSlides/notesSlide44.xml" Id="R75d903d438174e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7B6CE-8663-48D8-BE16-EC7D4CB05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ab717c4514e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6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D8AFA-58C3-4C29-BC32-9C34E06F9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8b2c620eb4c0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05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28195-5755-4BFB-B950-CF1C7C134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622b971d84a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2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AFE82-67AB-4074-AB26-032F80049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64b9852464b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92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E65EC-B613-4733-B6A4-80A572D437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402b3fd6349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7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C3A8-3E3D-43EC-9E9B-C4A4B85AE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ffd0a96dc49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95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46D21-563A-435B-91DC-B35D4D915B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f7fb2a2c24b9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61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92304-2B2A-4868-AF2E-7524540980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e2c6bb03f4d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49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5FFF4-ED75-4730-A16E-554577038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f2d812e964c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65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8380A-67E8-420D-B8A9-C0F287DA9E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de0903b7d42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68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EF338-2C22-4BDD-B278-BD20D6BBE2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588d4a07644b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30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30F36-5AB9-4C25-AD0B-F320FBCC4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658997f264a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40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D2CF6-180D-4DF3-8005-1D68DAFE8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bacb7a2634b8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0709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A3BD9-3809-4B0A-801C-E61545797A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2593058194a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787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E8426-76A6-491D-8461-BB6B67B4A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05a3931f847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00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B8088-0AA6-4559-BC43-C3BF3A6414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731359a074da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836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7189A-DE03-4180-A2F9-06D6F7509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e128035194a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567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8B5EF-95DA-453A-AFDA-832A23E53A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b870583844a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322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D18E5-841F-49BB-BEAE-8BFCC0177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a821f9b1a469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9926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4E8E2-96F9-4C09-9949-FE5E9309CF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5eb0c817b41a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985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7D4CE-A343-44A4-A2C8-F2DC0C4FD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437d602a243b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359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CF8CA-1137-4B9B-9FB4-60BBF4A0B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07618fb1e4b1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486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41986-A4C0-432D-A5CE-863745766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33697b2704eb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953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11A09-F688-445A-8BF7-1E60D132CC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366e2539743c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691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BC0A9-18D1-44D2-BAFF-4B700D8CB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8914c2d8f46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869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E43C5-4707-4305-8920-545989A60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ad59d53fc408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348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D9039-ECB1-455B-AA74-1A9B058AE3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5ff3989aa42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98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50CAF-1239-4332-AF7D-CD33A8941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dc30d7b17430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023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1AA6A-878F-428C-801F-1F0C1DBE0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7e6b8afc34e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933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FE222-4FC6-41D7-8DA2-A8426257B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dfb0ca4754b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4807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8893F-096D-4042-A112-E8FE8352C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cbd5b00b341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899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0CEB6-A6DC-4D05-B5F4-1A4A7CE36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8e38faee145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589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E0BFE-0BB1-4EC6-B7C4-619F9D26A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c1a56ec1d414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1757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004C-D723-4C7A-AD11-AA6A31A78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b55001b0e46d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872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53D0-EFB2-4C42-9FCF-BAD185F6A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a6254551b43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482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D301-E7EE-4D67-8809-3A472B86E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a70a3910f4ac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508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D837E-F0E9-41D3-8ACE-AD562F7F5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8d96aa7ee40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474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CEAA8-2FB0-4B72-9F08-C38C4AACE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4be8ba5b048a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195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024E4-0231-4F13-8545-D1EE13222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2994284d949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52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CB198-042E-40BF-839D-C30260BF92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a600c8cf7451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42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497C2-831F-40DD-850E-D40A02F400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f2528b6f34d2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30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0500F-07B6-4F43-8B70-190CD7A7A9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fdd10ed1b466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3699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8D31B-DD05-4048-BC8C-9783F0845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7ac8a4d02401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1015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0E4B0-C367-4C5A-B642-53D403450F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a3d3ca8ce4e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79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2026-10-15T01:56:47.5860000Z</dcterms:created>
  <dcterms:modified xsi:type="dcterms:W3CDTF">2026-10-15T01:56:47.5860000Z</dcterms:modified>
</coreProperties>
</file>